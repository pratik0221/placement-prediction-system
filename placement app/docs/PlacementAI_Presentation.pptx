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78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67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11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4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9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14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1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129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80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9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84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238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55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100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160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428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65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99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PlacementAI: Intelligent Student Placement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Automating Placement Analysis with Machine Learning</a:t>
            </a:r>
          </a:p>
          <a:p>
            <a:pPr marL="0" indent="0">
              <a:buNone/>
            </a:pPr>
            <a:r>
              <a:rPr lang="en-US" dirty="0"/>
              <a:t>                       </a:t>
            </a:r>
            <a:r>
              <a:rPr dirty="0"/>
              <a:t>Presenter: Pratik Mohite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Current Challenges in Placement Drives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Analysis is time-consuming</a:t>
            </a:r>
          </a:p>
          <a:p>
            <a:r>
              <a:t>• Lack of insights</a:t>
            </a:r>
          </a:p>
          <a:p>
            <a:r>
              <a:t>• Data management issues</a:t>
            </a:r>
          </a:p>
          <a:p>
            <a:r>
              <a:t>• Delayed feedback for students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PlacementAI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ML-powered web platform</a:t>
            </a:r>
          </a:p>
          <a:p>
            <a:r>
              <a:t>• Instant placement prediction</a:t>
            </a:r>
          </a:p>
          <a:p>
            <a:r>
              <a:t>• Actionable recommendations</a:t>
            </a:r>
          </a:p>
          <a:p>
            <a:r>
              <a:t>• Admin dashboard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 student prediction</a:t>
            </a:r>
          </a:p>
          <a:p>
            <a:r>
              <a:t>• Bulk CSV upload</a:t>
            </a:r>
          </a:p>
          <a:p>
            <a:r>
              <a:t>• Intelligent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Degree-wise analytics</a:t>
            </a:r>
          </a:p>
          <a:p>
            <a:r>
              <a:t>• Dynamic filtering</a:t>
            </a:r>
          </a:p>
          <a:p>
            <a:r>
              <a:t>• Smart data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HTML, CSS, JS, Chart.js</a:t>
            </a:r>
          </a:p>
          <a:p>
            <a:r>
              <a:t>• Backend: Flask</a:t>
            </a:r>
          </a:p>
          <a:p>
            <a:r>
              <a:t>• Database: MySQL</a:t>
            </a:r>
          </a:p>
          <a:p>
            <a:r>
              <a:t>• ML: Random Forest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Feature Engineering → Prediction → Output →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 login system</a:t>
            </a:r>
          </a:p>
          <a:p>
            <a:r>
              <a:t>• Job role prediction</a:t>
            </a:r>
          </a:p>
          <a:p>
            <a:r>
              <a:t>• Email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Converts data into insights</a:t>
            </a:r>
          </a:p>
          <a:p>
            <a:r>
              <a:rPr dirty="0"/>
              <a:t>• Improves placement </a:t>
            </a:r>
            <a:r>
              <a:rPr dirty="0" err="1"/>
              <a:t>readines</a:t>
            </a:r>
            <a:r>
              <a:rPr lang="en-IN" dirty="0"/>
              <a:t>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</TotalTime>
  <Words>145</Words>
  <Application>Microsoft Office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PlacementAI: Intelligent Student Placement Prediction</vt:lpstr>
      <vt:lpstr>Current Challenges in Placement Drives</vt:lpstr>
      <vt:lpstr>Introducing PlacementAI</vt:lpstr>
      <vt:lpstr>Smart Predictions</vt:lpstr>
      <vt:lpstr>Administrative Dashboard</vt:lpstr>
      <vt:lpstr>System Architecture</vt:lpstr>
      <vt:lpstr>Prediction Pipeline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pratik mohite</cp:lastModifiedBy>
  <cp:revision>3</cp:revision>
  <dcterms:created xsi:type="dcterms:W3CDTF">2013-01-27T09:14:16Z</dcterms:created>
  <dcterms:modified xsi:type="dcterms:W3CDTF">2026-04-30T14:20:37Z</dcterms:modified>
  <cp:category/>
</cp:coreProperties>
</file>