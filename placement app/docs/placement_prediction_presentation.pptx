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1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3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6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5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44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5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1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6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2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910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6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3306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83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51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0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4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Student Placement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Pratik Mohite</a:t>
            </a:r>
          </a:p>
          <a:p>
            <a:r>
              <a:t>B.Tech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student placement chances using Machine Learning</a:t>
            </a:r>
          </a:p>
          <a:p>
            <a:r>
              <a:t>Helps students understand readiness</a:t>
            </a:r>
          </a:p>
          <a:p>
            <a:r>
              <a:t>Provides actionable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lack clarity on placement readiness</a:t>
            </a:r>
          </a:p>
          <a:p>
            <a:r>
              <a:t>No personalized guidance</a:t>
            </a:r>
          </a:p>
          <a:p>
            <a:r>
              <a:t>Need data-driven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ML model for prediction</a:t>
            </a:r>
          </a:p>
          <a:p>
            <a:r>
              <a:t>Develop Flask web application</a:t>
            </a:r>
          </a:p>
          <a:p>
            <a:r>
              <a:t>Provide improvement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</a:t>
            </a:r>
          </a:p>
          <a:p>
            <a:r>
              <a:t>HTML, CSS</a:t>
            </a:r>
          </a:p>
          <a:p>
            <a:r>
              <a:t>Scikit-learn (Random Forest)</a:t>
            </a:r>
          </a:p>
          <a:p>
            <a:r>
              <a:t>NumPy, Pandas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CGPA, Internships, Projects</a:t>
            </a:r>
          </a:p>
          <a:p>
            <a:r>
              <a:t>Coding &amp; Communication Skills</a:t>
            </a:r>
          </a:p>
          <a:p>
            <a:r>
              <a:t>Aptitude Score, Backlogs</a:t>
            </a:r>
          </a:p>
          <a:p>
            <a:r>
              <a:t>Degree, Gender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avg_score = (CGPA + Internships + Projects) / 3</a:t>
            </a:r>
          </a:p>
          <a:p>
            <a:r>
              <a:t>total_skills = Aptitude + Coding + Communication</a:t>
            </a:r>
          </a:p>
          <a:p>
            <a:r>
              <a:t>is_weak = CGPA &lt;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Random Forest</a:t>
            </a:r>
          </a:p>
          <a:p>
            <a:r>
              <a:t>Train-test split</a:t>
            </a:r>
          </a:p>
          <a:p>
            <a:r>
              <a:t>Accuracy evaluation</a:t>
            </a:r>
          </a:p>
          <a:p>
            <a:r>
              <a:t>Improved using engineered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student details</a:t>
            </a:r>
          </a:p>
          <a:p>
            <a:r>
              <a:t>Flask processes input</a:t>
            </a:r>
          </a:p>
          <a:p>
            <a:r>
              <a:t>Model predicts placement</a:t>
            </a:r>
          </a:p>
          <a:p>
            <a:r>
              <a:t>Shows probability &amp;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A6CA-3CB0-D797-B99A-ACADAD7B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8" y="91319"/>
            <a:ext cx="6347713" cy="1320800"/>
          </a:xfrm>
        </p:spPr>
        <p:txBody>
          <a:bodyPr/>
          <a:lstStyle/>
          <a:p>
            <a:r>
              <a:rPr lang="en-US" dirty="0"/>
              <a:t>Images :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DDD736-930D-1929-8ADF-90052DD24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50" y="1412119"/>
            <a:ext cx="7757919" cy="412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9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3FDB18-245E-5BE8-43D9-B78471212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128906"/>
            <a:ext cx="5525729" cy="2935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1A4AD-5C53-D5EE-F4F5-2AEF6F342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497" y="3429000"/>
            <a:ext cx="5525730" cy="330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17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helps students improve placement chances</a:t>
            </a:r>
          </a:p>
          <a:p>
            <a:r>
              <a:t>Provides personalized insights</a:t>
            </a:r>
          </a:p>
          <a:p>
            <a:r>
              <a:t>Scalable real-world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163</Words>
  <Application>Microsoft Office PowerPoint</Application>
  <PresentationFormat>On-screen Show (4:3)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Student Placement Prediction System</vt:lpstr>
      <vt:lpstr>Introduction</vt:lpstr>
      <vt:lpstr>Problem Statement</vt:lpstr>
      <vt:lpstr>Objective</vt:lpstr>
      <vt:lpstr>Technologies Used</vt:lpstr>
      <vt:lpstr>Dataset Features</vt:lpstr>
      <vt:lpstr>Feature Engineering</vt:lpstr>
      <vt:lpstr>Model Building</vt:lpstr>
      <vt:lpstr>Web Application</vt:lpstr>
      <vt:lpstr>Images : 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mohite</cp:lastModifiedBy>
  <cp:revision>3</cp:revision>
  <dcterms:created xsi:type="dcterms:W3CDTF">2013-01-27T09:14:16Z</dcterms:created>
  <dcterms:modified xsi:type="dcterms:W3CDTF">2026-04-28T17:27:05Z</dcterms:modified>
  <cp:category/>
</cp:coreProperties>
</file>